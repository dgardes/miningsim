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3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0C6D9-3671-E12A-FDFC-02604AF72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39AA54-364F-13CC-2F46-55BA7316A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D0533D-89DE-1805-4D0D-3DC754BD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1359B5-3B2F-A7ED-0FC8-B3AACAA5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6C7445-23D4-A13B-A1DD-27B17B5F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3778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145CD-0F91-6F01-3027-C1A0E82E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50468-DFBD-7661-CB7F-C2D95512B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437CB2-7D09-3552-F3EA-A7ED771D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D1E42-0006-21F8-0EBE-7BEE58E1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35FB5-4CF8-C426-94A1-E5F7D4B1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2281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97C85-C0AB-E984-01BE-E7D478982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60B876-3BD5-8661-DFF0-EDEBD53BF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DC76BA-BB0A-6F14-4F06-6524D2E5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B467BB-1B3B-0B80-7941-E0DA81A8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AB7DBF-EC79-97CD-C673-F7DDEC47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0638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0D0C7-68FB-A9A0-E6E7-98479A9B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4AC902-B181-C5E4-0587-9A65AF268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C76DFC-E8CD-2109-E40A-C5A6DF6D5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33930C-CE8A-4D26-7026-E7EA46DA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2DE99B-D5E8-4070-8B1B-06822F72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190858-6776-834C-9D64-AE09ECF7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27015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E8F79-5258-610E-3CC9-95740FB7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4CF55A-3EE0-3F3B-9E77-5B93BFAB3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4B91B0-CD98-0CA2-7997-7EBF1A9AD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B7D22B-8BFF-C11C-96D7-179CBA308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240AC1-027A-FEA1-E4B8-EFD7B182C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4ABFA6-82C8-1578-0594-B5E404AE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47AA6EA-8763-B3AC-D62C-48EC4904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773B8B-F85E-A862-C177-16014F9F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84414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2CAB0-EA84-CD46-B03D-F5A22FE8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EC42D8-A307-58E3-9980-3DDA2D10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7E308D-8096-5370-9118-23614E1A3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FBB004-7C10-3D17-BB2D-EEC3A478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85578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E3A2C2-DE86-5302-22F1-61513883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E8E5F4-F909-9DCE-D00B-E03FA469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66D8D6-15E7-375F-930E-1782267F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0119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130D1-75C7-AFCB-E4DA-B9BCD9E4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544821-70CF-E283-EAE9-932D2A3A5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D88459-B5D4-04B0-7C5C-1C9223F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E96E1A-634C-80CB-84AB-C4D2083E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932DFA-F679-7CB9-E5B4-98C73C1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423001-B304-7250-6852-60E645F3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1515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38C1A-CCA9-9D8F-2940-7CF037E0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8E1E4F-1ECD-A5B3-8344-F4C7492A1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FE20C4-3672-B969-5A64-4A0430FAF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C6421F-696C-9D89-530C-7ED1BDBE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54799C-1018-D9E3-EC00-A31A84D88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E0C455-B860-1709-2A76-3082EF62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0583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7F69F8-7FEA-597F-E40F-80B793E6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034020-9960-3F43-5CAC-736EAF6F4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D096E1-A348-9BAF-519F-4BB11EE7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557983-66B7-0B90-26FF-D117D1FA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0EB72-0CEA-C9FA-0CC5-22381C94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5475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A1ED49-1FC7-AFFD-1D5B-82D8CCAAD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D76702-B805-A7F4-31C2-FF18C4542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DE7654-99B9-990D-1ABB-F11080E9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69D6B-DD48-D6D2-5AFC-36F0A6BF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3D436F-15AB-F0E0-DFBF-89B0ABD5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2169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2863C-332D-F0A8-0F35-A6D7AA50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B12C0B-4539-7CC6-5705-0F701F648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59BE40-0B4B-5EB7-FBB3-84A5C3B6A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7B924-A7F8-42A7-804D-64D8F7507B61}" type="datetimeFigureOut">
              <a:rPr lang="ru-UA" smtClean="0"/>
              <a:t>10/10/2026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3AE384-05C9-BAD8-244B-5577427F9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51AC7-EB43-9094-5849-D5FDF121B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2718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30E8CFA-CA2F-4902-B79C-78B66F24DAA8}"/>
              </a:ext>
            </a:extLst>
          </p:cNvPr>
          <p:cNvSpPr/>
          <p:nvPr/>
        </p:nvSpPr>
        <p:spPr>
          <a:xfrm>
            <a:off x="677325" y="3723207"/>
            <a:ext cx="10817982" cy="2589556"/>
          </a:xfrm>
          <a:prstGeom prst="roundRect">
            <a:avLst>
              <a:gd name="adj" fmla="val 4755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615EEDA7-F13A-4B27-9B01-470CFFEB112E}"/>
              </a:ext>
            </a:extLst>
          </p:cNvPr>
          <p:cNvGrpSpPr/>
          <p:nvPr/>
        </p:nvGrpSpPr>
        <p:grpSpPr>
          <a:xfrm>
            <a:off x="4384116" y="1153988"/>
            <a:ext cx="4073677" cy="2291489"/>
            <a:chOff x="4751002" y="1153988"/>
            <a:chExt cx="4073677" cy="2291489"/>
          </a:xfrm>
        </p:grpSpPr>
        <p:grpSp>
          <p:nvGrpSpPr>
            <p:cNvPr id="83" name="Группа 82">
              <a:extLst>
                <a:ext uri="{FF2B5EF4-FFF2-40B4-BE49-F238E27FC236}">
                  <a16:creationId xmlns:a16="http://schemas.microsoft.com/office/drawing/2014/main" id="{32836816-C4C1-480D-9DEB-30083B0DC7F2}"/>
                </a:ext>
              </a:extLst>
            </p:cNvPr>
            <p:cNvGrpSpPr/>
            <p:nvPr/>
          </p:nvGrpSpPr>
          <p:grpSpPr>
            <a:xfrm>
              <a:off x="4751003" y="1153988"/>
              <a:ext cx="4073676" cy="602390"/>
              <a:chOff x="4751003" y="1153988"/>
              <a:chExt cx="4073676" cy="602390"/>
            </a:xfrm>
          </p:grpSpPr>
          <p:sp>
            <p:nvSpPr>
              <p:cNvPr id="48" name="Прямоугольник: скругленные углы 47">
                <a:extLst>
                  <a:ext uri="{FF2B5EF4-FFF2-40B4-BE49-F238E27FC236}">
                    <a16:creationId xmlns:a16="http://schemas.microsoft.com/office/drawing/2014/main" id="{EDA0327E-CD56-469E-8833-C407E177A08E}"/>
                  </a:ext>
                </a:extLst>
              </p:cNvPr>
              <p:cNvSpPr/>
              <p:nvPr/>
            </p:nvSpPr>
            <p:spPr>
              <a:xfrm>
                <a:off x="4751005" y="1153988"/>
                <a:ext cx="4073674" cy="60239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55A99190-1F6D-41C0-BA95-4CAC8DDC7CDE}"/>
                  </a:ext>
                </a:extLst>
              </p:cNvPr>
              <p:cNvSpPr/>
              <p:nvPr/>
            </p:nvSpPr>
            <p:spPr>
              <a:xfrm>
                <a:off x="5983510" y="123263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C68398AB-6AD1-4B85-A8F4-55B400F89DAC}"/>
                  </a:ext>
                </a:extLst>
              </p:cNvPr>
              <p:cNvSpPr/>
              <p:nvPr/>
            </p:nvSpPr>
            <p:spPr>
              <a:xfrm>
                <a:off x="6538075" y="123263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A2DC8011-2E45-4D2B-B75E-00EFA59D1CDB}"/>
                  </a:ext>
                </a:extLst>
              </p:cNvPr>
              <p:cNvSpPr/>
              <p:nvPr/>
            </p:nvSpPr>
            <p:spPr>
              <a:xfrm>
                <a:off x="7092640" y="123263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6D88BED0-85F1-46BB-830F-DD7F4AE660DD}"/>
                  </a:ext>
                </a:extLst>
              </p:cNvPr>
              <p:cNvSpPr/>
              <p:nvPr/>
            </p:nvSpPr>
            <p:spPr>
              <a:xfrm>
                <a:off x="7647205" y="123263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EA1EB0C1-6005-4CB8-8AF7-EFB7B9EC4499}"/>
                  </a:ext>
                </a:extLst>
              </p:cNvPr>
              <p:cNvSpPr/>
              <p:nvPr/>
            </p:nvSpPr>
            <p:spPr>
              <a:xfrm>
                <a:off x="8201770" y="123263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E5384CA-80D9-4E76-A105-586477638B05}"/>
                  </a:ext>
                </a:extLst>
              </p:cNvPr>
              <p:cNvSpPr txBox="1"/>
              <p:nvPr/>
            </p:nvSpPr>
            <p:spPr>
              <a:xfrm>
                <a:off x="4751003" y="1258374"/>
                <a:ext cx="7629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Build</a:t>
                </a:r>
                <a:endParaRPr lang="ru-RU" dirty="0"/>
              </a:p>
            </p:txBody>
          </p:sp>
        </p:grpSp>
        <p:grpSp>
          <p:nvGrpSpPr>
            <p:cNvPr id="84" name="Группа 83">
              <a:extLst>
                <a:ext uri="{FF2B5EF4-FFF2-40B4-BE49-F238E27FC236}">
                  <a16:creationId xmlns:a16="http://schemas.microsoft.com/office/drawing/2014/main" id="{29497FF8-1E8C-4FCF-B4A1-7B949C2C9086}"/>
                </a:ext>
              </a:extLst>
            </p:cNvPr>
            <p:cNvGrpSpPr/>
            <p:nvPr/>
          </p:nvGrpSpPr>
          <p:grpSpPr>
            <a:xfrm>
              <a:off x="4751003" y="1998538"/>
              <a:ext cx="4073676" cy="602390"/>
              <a:chOff x="4751003" y="1998538"/>
              <a:chExt cx="4073676" cy="602390"/>
            </a:xfrm>
          </p:grpSpPr>
          <p:sp>
            <p:nvSpPr>
              <p:cNvPr id="61" name="Прямоугольник: скругленные углы 60">
                <a:extLst>
                  <a:ext uri="{FF2B5EF4-FFF2-40B4-BE49-F238E27FC236}">
                    <a16:creationId xmlns:a16="http://schemas.microsoft.com/office/drawing/2014/main" id="{8B8CB691-0686-4CFE-BD45-113B39E3092D}"/>
                  </a:ext>
                </a:extLst>
              </p:cNvPr>
              <p:cNvSpPr/>
              <p:nvPr/>
            </p:nvSpPr>
            <p:spPr>
              <a:xfrm>
                <a:off x="4751005" y="1998538"/>
                <a:ext cx="4073674" cy="60239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CBBD9DD6-AAAE-48AD-8B0F-8CBCDA33D26B}"/>
                  </a:ext>
                </a:extLst>
              </p:cNvPr>
              <p:cNvSpPr/>
              <p:nvPr/>
            </p:nvSpPr>
            <p:spPr>
              <a:xfrm>
                <a:off x="5983510" y="207718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5AF3478D-32D8-456C-8BB5-55C5E4615E6D}"/>
                  </a:ext>
                </a:extLst>
              </p:cNvPr>
              <p:cNvSpPr/>
              <p:nvPr/>
            </p:nvSpPr>
            <p:spPr>
              <a:xfrm>
                <a:off x="6538075" y="207718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656EC280-2C12-4347-8FCF-C83C0D627FD6}"/>
                  </a:ext>
                </a:extLst>
              </p:cNvPr>
              <p:cNvSpPr/>
              <p:nvPr/>
            </p:nvSpPr>
            <p:spPr>
              <a:xfrm>
                <a:off x="7092640" y="207718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A580DCA5-EF15-45E0-BF87-9CACB140F0B1}"/>
                  </a:ext>
                </a:extLst>
              </p:cNvPr>
              <p:cNvSpPr/>
              <p:nvPr/>
            </p:nvSpPr>
            <p:spPr>
              <a:xfrm>
                <a:off x="7647205" y="207718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36A64CA4-67EE-4AA4-9434-F36E85862C90}"/>
                  </a:ext>
                </a:extLst>
              </p:cNvPr>
              <p:cNvSpPr/>
              <p:nvPr/>
            </p:nvSpPr>
            <p:spPr>
              <a:xfrm>
                <a:off x="8201770" y="2077183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144325F-0B72-4074-AE76-ED0A3CB67CBB}"/>
                  </a:ext>
                </a:extLst>
              </p:cNvPr>
              <p:cNvSpPr txBox="1"/>
              <p:nvPr/>
            </p:nvSpPr>
            <p:spPr>
              <a:xfrm>
                <a:off x="4751003" y="2102924"/>
                <a:ext cx="10256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Destroy</a:t>
                </a:r>
                <a:endParaRPr lang="ru-RU" dirty="0"/>
              </a:p>
            </p:txBody>
          </p: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E1672044-1C8D-4C6C-B0E8-0FC8C478C29B}"/>
                </a:ext>
              </a:extLst>
            </p:cNvPr>
            <p:cNvGrpSpPr/>
            <p:nvPr/>
          </p:nvGrpSpPr>
          <p:grpSpPr>
            <a:xfrm>
              <a:off x="4751002" y="2843087"/>
              <a:ext cx="4073677" cy="602390"/>
              <a:chOff x="4751002" y="2843087"/>
              <a:chExt cx="4073677" cy="602390"/>
            </a:xfrm>
          </p:grpSpPr>
          <p:sp>
            <p:nvSpPr>
              <p:cNvPr id="69" name="Прямоугольник: скругленные углы 68">
                <a:extLst>
                  <a:ext uri="{FF2B5EF4-FFF2-40B4-BE49-F238E27FC236}">
                    <a16:creationId xmlns:a16="http://schemas.microsoft.com/office/drawing/2014/main" id="{9D1CD666-8A65-417F-AF8B-18BAF230B171}"/>
                  </a:ext>
                </a:extLst>
              </p:cNvPr>
              <p:cNvSpPr/>
              <p:nvPr/>
            </p:nvSpPr>
            <p:spPr>
              <a:xfrm>
                <a:off x="4751005" y="2843087"/>
                <a:ext cx="4073674" cy="60239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96766C7D-93F9-4CCF-B2E3-91A16DB711CA}"/>
                  </a:ext>
                </a:extLst>
              </p:cNvPr>
              <p:cNvSpPr/>
              <p:nvPr/>
            </p:nvSpPr>
            <p:spPr>
              <a:xfrm>
                <a:off x="5983510" y="2921732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C96B65C0-E905-418D-98D1-4C34E290F04F}"/>
                  </a:ext>
                </a:extLst>
              </p:cNvPr>
              <p:cNvSpPr/>
              <p:nvPr/>
            </p:nvSpPr>
            <p:spPr>
              <a:xfrm>
                <a:off x="6538075" y="2921732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4B21E1D5-5F2D-4FFD-9584-4C0540BEA9C7}"/>
                  </a:ext>
                </a:extLst>
              </p:cNvPr>
              <p:cNvSpPr/>
              <p:nvPr/>
            </p:nvSpPr>
            <p:spPr>
              <a:xfrm>
                <a:off x="7092640" y="2921732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53EB9EAC-25B3-4E4B-9B5E-530AAFDCCFAE}"/>
                  </a:ext>
                </a:extLst>
              </p:cNvPr>
              <p:cNvSpPr/>
              <p:nvPr/>
            </p:nvSpPr>
            <p:spPr>
              <a:xfrm>
                <a:off x="7647205" y="2921732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40A1C394-6B17-417E-892B-12F5B2D521EB}"/>
                  </a:ext>
                </a:extLst>
              </p:cNvPr>
              <p:cNvSpPr/>
              <p:nvPr/>
            </p:nvSpPr>
            <p:spPr>
              <a:xfrm>
                <a:off x="8201770" y="2921732"/>
                <a:ext cx="431800" cy="431800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54FF805-E371-4C2D-8CDF-AC063B49837C}"/>
                  </a:ext>
                </a:extLst>
              </p:cNvPr>
              <p:cNvSpPr txBox="1"/>
              <p:nvPr/>
            </p:nvSpPr>
            <p:spPr>
              <a:xfrm>
                <a:off x="4751002" y="2947473"/>
                <a:ext cx="100632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Support</a:t>
                </a:r>
                <a:endParaRPr lang="ru-RU" dirty="0"/>
              </a:p>
            </p:txBody>
          </p:sp>
        </p:grpSp>
      </p:grp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6EB27D9-05F2-4B33-AC9F-1B0AAA51A16B}"/>
              </a:ext>
            </a:extLst>
          </p:cNvPr>
          <p:cNvSpPr/>
          <p:nvPr/>
        </p:nvSpPr>
        <p:spPr>
          <a:xfrm>
            <a:off x="696676" y="1132013"/>
            <a:ext cx="1654633" cy="2270725"/>
          </a:xfrm>
          <a:prstGeom prst="roundRect">
            <a:avLst>
              <a:gd name="adj" fmla="val 668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48CD03-F526-4498-A8ED-02C632CBABE0}"/>
              </a:ext>
            </a:extLst>
          </p:cNvPr>
          <p:cNvSpPr txBox="1"/>
          <p:nvPr/>
        </p:nvSpPr>
        <p:spPr>
          <a:xfrm>
            <a:off x="696673" y="1395235"/>
            <a:ext cx="1654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Pickaxe</a:t>
            </a:r>
            <a:endParaRPr lang="ru-RU" dirty="0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34C4F749-8F0A-40DF-96BA-34A1EEB03A9B}"/>
              </a:ext>
            </a:extLst>
          </p:cNvPr>
          <p:cNvSpPr/>
          <p:nvPr/>
        </p:nvSpPr>
        <p:spPr>
          <a:xfrm>
            <a:off x="2522256" y="1132013"/>
            <a:ext cx="1693335" cy="2270725"/>
          </a:xfrm>
          <a:prstGeom prst="roundRect">
            <a:avLst>
              <a:gd name="adj" fmla="val 886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087C3C-3D31-4073-AC2F-30B4D07C3DE1}"/>
              </a:ext>
            </a:extLst>
          </p:cNvPr>
          <p:cNvSpPr txBox="1"/>
          <p:nvPr/>
        </p:nvSpPr>
        <p:spPr>
          <a:xfrm>
            <a:off x="2519834" y="1395235"/>
            <a:ext cx="167640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Backpack</a:t>
            </a:r>
            <a:endParaRPr lang="ru-RU" dirty="0"/>
          </a:p>
        </p:txBody>
      </p:sp>
      <p:sp>
        <p:nvSpPr>
          <p:cNvPr id="80" name="Прямоугольник: скругленные углы 79">
            <a:extLst>
              <a:ext uri="{FF2B5EF4-FFF2-40B4-BE49-F238E27FC236}">
                <a16:creationId xmlns:a16="http://schemas.microsoft.com/office/drawing/2014/main" id="{D3703E5B-A7B5-4647-8F52-072C2A99CEF7}"/>
              </a:ext>
            </a:extLst>
          </p:cNvPr>
          <p:cNvSpPr/>
          <p:nvPr/>
        </p:nvSpPr>
        <p:spPr>
          <a:xfrm>
            <a:off x="8626317" y="1142738"/>
            <a:ext cx="2874460" cy="2286001"/>
          </a:xfrm>
          <a:prstGeom prst="roundRect">
            <a:avLst>
              <a:gd name="adj" fmla="val 7992"/>
            </a:avLst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B6E677-6659-4299-B48C-0E955F2D4596}"/>
              </a:ext>
            </a:extLst>
          </p:cNvPr>
          <p:cNvSpPr txBox="1"/>
          <p:nvPr/>
        </p:nvSpPr>
        <p:spPr>
          <a:xfrm>
            <a:off x="8626314" y="1196249"/>
            <a:ext cx="18247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Money: 100500</a:t>
            </a:r>
            <a:endParaRPr lang="ru-RU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EE764C7-0EFD-4D73-BDD2-84212AF144E1}"/>
              </a:ext>
            </a:extLst>
          </p:cNvPr>
          <p:cNvSpPr txBox="1"/>
          <p:nvPr/>
        </p:nvSpPr>
        <p:spPr>
          <a:xfrm>
            <a:off x="8626314" y="1486437"/>
            <a:ext cx="18247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Diamonds: 500</a:t>
            </a:r>
            <a:endParaRPr lang="ru-RU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F682CF2-21E7-4084-A9CF-D0D4BF5A77B4}"/>
              </a:ext>
            </a:extLst>
          </p:cNvPr>
          <p:cNvSpPr txBox="1"/>
          <p:nvPr/>
        </p:nvSpPr>
        <p:spPr>
          <a:xfrm>
            <a:off x="8626314" y="2527604"/>
            <a:ext cx="6692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hp:</a:t>
            </a:r>
            <a:endParaRPr lang="ru-RU" dirty="0"/>
          </a:p>
        </p:txBody>
      </p:sp>
      <p:sp>
        <p:nvSpPr>
          <p:cNvPr id="90" name="Прямоугольник: скругленные углы 89">
            <a:extLst>
              <a:ext uri="{FF2B5EF4-FFF2-40B4-BE49-F238E27FC236}">
                <a16:creationId xmlns:a16="http://schemas.microsoft.com/office/drawing/2014/main" id="{6F42FFD2-A64C-4B6F-876D-BA789CDD1509}"/>
              </a:ext>
            </a:extLst>
          </p:cNvPr>
          <p:cNvSpPr/>
          <p:nvPr/>
        </p:nvSpPr>
        <p:spPr>
          <a:xfrm>
            <a:off x="9094406" y="2651324"/>
            <a:ext cx="2005394" cy="159993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D31F6B8-BD6D-449C-AC2D-7C0CFDE8EFD0}"/>
              </a:ext>
            </a:extLst>
          </p:cNvPr>
          <p:cNvSpPr txBox="1"/>
          <p:nvPr/>
        </p:nvSpPr>
        <p:spPr>
          <a:xfrm>
            <a:off x="9094404" y="2590414"/>
            <a:ext cx="200539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100 / 100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4BD944-0EA6-E66C-2EF4-2010B5D5E45D}"/>
              </a:ext>
            </a:extLst>
          </p:cNvPr>
          <p:cNvSpPr txBox="1"/>
          <p:nvPr/>
        </p:nvSpPr>
        <p:spPr>
          <a:xfrm>
            <a:off x="8626314" y="1845873"/>
            <a:ext cx="18247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Buffs: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7794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042">
        <p159:morph option="byObject"/>
      </p:transition>
    </mc:Choice>
    <mc:Fallback xmlns="">
      <p:transition spd="slow" advTm="904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30E8CFA-CA2F-4902-B79C-78B66F24DAA8}"/>
              </a:ext>
            </a:extLst>
          </p:cNvPr>
          <p:cNvSpPr/>
          <p:nvPr/>
        </p:nvSpPr>
        <p:spPr>
          <a:xfrm>
            <a:off x="677325" y="3723207"/>
            <a:ext cx="10817982" cy="2589556"/>
          </a:xfrm>
          <a:prstGeom prst="roundRect">
            <a:avLst>
              <a:gd name="adj" fmla="val 475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6EB27D9-05F2-4B33-AC9F-1B0AAA51A16B}"/>
              </a:ext>
            </a:extLst>
          </p:cNvPr>
          <p:cNvSpPr/>
          <p:nvPr/>
        </p:nvSpPr>
        <p:spPr>
          <a:xfrm>
            <a:off x="696676" y="868775"/>
            <a:ext cx="10798631" cy="2588400"/>
          </a:xfrm>
          <a:prstGeom prst="roundRect">
            <a:avLst>
              <a:gd name="adj" fmla="val 5699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Двойные круглые скобки 75">
            <a:extLst>
              <a:ext uri="{FF2B5EF4-FFF2-40B4-BE49-F238E27FC236}">
                <a16:creationId xmlns:a16="http://schemas.microsoft.com/office/drawing/2014/main" id="{F5D05484-8D75-4C2D-A040-951DFB228EE1}"/>
              </a:ext>
            </a:extLst>
          </p:cNvPr>
          <p:cNvSpPr/>
          <p:nvPr/>
        </p:nvSpPr>
        <p:spPr>
          <a:xfrm>
            <a:off x="4789172" y="1823178"/>
            <a:ext cx="679593" cy="679593"/>
          </a:xfrm>
          <a:prstGeom prst="bracketPair">
            <a:avLst>
              <a:gd name="adj" fmla="val 13441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Двойные круглые скобки 76">
            <a:extLst>
              <a:ext uri="{FF2B5EF4-FFF2-40B4-BE49-F238E27FC236}">
                <a16:creationId xmlns:a16="http://schemas.microsoft.com/office/drawing/2014/main" id="{A3847C0D-ABD6-4A6A-BD12-029759EA67BE}"/>
              </a:ext>
            </a:extLst>
          </p:cNvPr>
          <p:cNvSpPr/>
          <p:nvPr/>
        </p:nvSpPr>
        <p:spPr>
          <a:xfrm>
            <a:off x="3969815" y="1823178"/>
            <a:ext cx="679593" cy="679593"/>
          </a:xfrm>
          <a:prstGeom prst="bracketPair">
            <a:avLst>
              <a:gd name="adj" fmla="val 13441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Двойные круглые скобки 81">
            <a:extLst>
              <a:ext uri="{FF2B5EF4-FFF2-40B4-BE49-F238E27FC236}">
                <a16:creationId xmlns:a16="http://schemas.microsoft.com/office/drawing/2014/main" id="{AD1960EB-CC9B-4FC4-B528-227612AB9987}"/>
              </a:ext>
            </a:extLst>
          </p:cNvPr>
          <p:cNvSpPr/>
          <p:nvPr/>
        </p:nvSpPr>
        <p:spPr>
          <a:xfrm>
            <a:off x="7327448" y="1823178"/>
            <a:ext cx="679593" cy="679593"/>
          </a:xfrm>
          <a:prstGeom prst="bracketPair">
            <a:avLst>
              <a:gd name="adj" fmla="val 13441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Стрелка: вправо 36">
            <a:extLst>
              <a:ext uri="{FF2B5EF4-FFF2-40B4-BE49-F238E27FC236}">
                <a16:creationId xmlns:a16="http://schemas.microsoft.com/office/drawing/2014/main" id="{1DA94624-CA69-4DEA-BB01-EB49170D1B63}"/>
              </a:ext>
            </a:extLst>
          </p:cNvPr>
          <p:cNvSpPr/>
          <p:nvPr/>
        </p:nvSpPr>
        <p:spPr>
          <a:xfrm>
            <a:off x="5701854" y="1911713"/>
            <a:ext cx="1419381" cy="502521"/>
          </a:xfrm>
          <a:prstGeom prst="rightArrow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: скругленные углы 91">
            <a:extLst>
              <a:ext uri="{FF2B5EF4-FFF2-40B4-BE49-F238E27FC236}">
                <a16:creationId xmlns:a16="http://schemas.microsoft.com/office/drawing/2014/main" id="{F61F2281-9B3E-4C72-94DC-95A6C2D69878}"/>
              </a:ext>
            </a:extLst>
          </p:cNvPr>
          <p:cNvSpPr/>
          <p:nvPr/>
        </p:nvSpPr>
        <p:spPr>
          <a:xfrm>
            <a:off x="828949" y="965201"/>
            <a:ext cx="2324622" cy="2404512"/>
          </a:xfrm>
          <a:prstGeom prst="roundRect">
            <a:avLst>
              <a:gd name="adj" fmla="val 17379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95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042">
        <p159:morph option="byObject"/>
      </p:transition>
    </mc:Choice>
    <mc:Fallback xmlns="">
      <p:transition spd="slow" advTm="9042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30E8CFA-CA2F-4902-B79C-78B66F24DAA8}"/>
              </a:ext>
            </a:extLst>
          </p:cNvPr>
          <p:cNvSpPr/>
          <p:nvPr/>
        </p:nvSpPr>
        <p:spPr>
          <a:xfrm>
            <a:off x="677325" y="3723207"/>
            <a:ext cx="10817982" cy="2589556"/>
          </a:xfrm>
          <a:prstGeom prst="roundRect">
            <a:avLst>
              <a:gd name="adj" fmla="val 475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6EB27D9-05F2-4B33-AC9F-1B0AAA51A16B}"/>
              </a:ext>
            </a:extLst>
          </p:cNvPr>
          <p:cNvSpPr/>
          <p:nvPr/>
        </p:nvSpPr>
        <p:spPr>
          <a:xfrm>
            <a:off x="696676" y="868775"/>
            <a:ext cx="10798631" cy="2588400"/>
          </a:xfrm>
          <a:prstGeom prst="roundRect">
            <a:avLst>
              <a:gd name="adj" fmla="val 5699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122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042">
        <p159:morph option="byObject"/>
      </p:transition>
    </mc:Choice>
    <mc:Fallback xmlns="">
      <p:transition spd="slow" advTm="9042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40" name="Полилиния: фигура 39">
            <a:extLst>
              <a:ext uri="{FF2B5EF4-FFF2-40B4-BE49-F238E27FC236}">
                <a16:creationId xmlns:a16="http://schemas.microsoft.com/office/drawing/2014/main" id="{7D09A12D-057F-4C8C-9A95-9A46A4311280}"/>
              </a:ext>
            </a:extLst>
          </p:cNvPr>
          <p:cNvSpPr/>
          <p:nvPr/>
        </p:nvSpPr>
        <p:spPr>
          <a:xfrm>
            <a:off x="4289999" y="2654300"/>
            <a:ext cx="3611991" cy="2680008"/>
          </a:xfrm>
          <a:custGeom>
            <a:avLst/>
            <a:gdLst>
              <a:gd name="connsiteX0" fmla="*/ 259538 w 3611991"/>
              <a:gd name="connsiteY0" fmla="*/ 0 h 3016558"/>
              <a:gd name="connsiteX1" fmla="*/ 3352453 w 3611991"/>
              <a:gd name="connsiteY1" fmla="*/ 0 h 3016558"/>
              <a:gd name="connsiteX2" fmla="*/ 3611991 w 3611991"/>
              <a:gd name="connsiteY2" fmla="*/ 259538 h 3016558"/>
              <a:gd name="connsiteX3" fmla="*/ 3611991 w 3611991"/>
              <a:gd name="connsiteY3" fmla="*/ 1297658 h 3016558"/>
              <a:gd name="connsiteX4" fmla="*/ 3352453 w 3611991"/>
              <a:gd name="connsiteY4" fmla="*/ 1557196 h 3016558"/>
              <a:gd name="connsiteX5" fmla="*/ 2305985 w 3611991"/>
              <a:gd name="connsiteY5" fmla="*/ 1557196 h 3016558"/>
              <a:gd name="connsiteX6" fmla="*/ 1820679 w 3611991"/>
              <a:gd name="connsiteY6" fmla="*/ 3016558 h 3016558"/>
              <a:gd name="connsiteX7" fmla="*/ 1335373 w 3611991"/>
              <a:gd name="connsiteY7" fmla="*/ 1557196 h 3016558"/>
              <a:gd name="connsiteX8" fmla="*/ 259538 w 3611991"/>
              <a:gd name="connsiteY8" fmla="*/ 1557196 h 3016558"/>
              <a:gd name="connsiteX9" fmla="*/ 0 w 3611991"/>
              <a:gd name="connsiteY9" fmla="*/ 1297658 h 3016558"/>
              <a:gd name="connsiteX10" fmla="*/ 0 w 3611991"/>
              <a:gd name="connsiteY10" fmla="*/ 259538 h 3016558"/>
              <a:gd name="connsiteX11" fmla="*/ 259538 w 3611991"/>
              <a:gd name="connsiteY11" fmla="*/ 0 h 3016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11991" h="3016558">
                <a:moveTo>
                  <a:pt x="259538" y="0"/>
                </a:moveTo>
                <a:lnTo>
                  <a:pt x="3352453" y="0"/>
                </a:lnTo>
                <a:cubicBezTo>
                  <a:pt x="3495792" y="0"/>
                  <a:pt x="3611991" y="116199"/>
                  <a:pt x="3611991" y="259538"/>
                </a:cubicBezTo>
                <a:lnTo>
                  <a:pt x="3611991" y="1297658"/>
                </a:lnTo>
                <a:cubicBezTo>
                  <a:pt x="3611991" y="1440997"/>
                  <a:pt x="3495792" y="1557196"/>
                  <a:pt x="3352453" y="1557196"/>
                </a:cubicBezTo>
                <a:lnTo>
                  <a:pt x="2305985" y="1557196"/>
                </a:lnTo>
                <a:lnTo>
                  <a:pt x="1820679" y="3016558"/>
                </a:lnTo>
                <a:lnTo>
                  <a:pt x="1335373" y="1557196"/>
                </a:lnTo>
                <a:lnTo>
                  <a:pt x="259538" y="1557196"/>
                </a:lnTo>
                <a:cubicBezTo>
                  <a:pt x="116199" y="1557196"/>
                  <a:pt x="0" y="1440997"/>
                  <a:pt x="0" y="1297658"/>
                </a:cubicBezTo>
                <a:lnTo>
                  <a:pt x="0" y="259538"/>
                </a:lnTo>
                <a:cubicBezTo>
                  <a:pt x="0" y="116199"/>
                  <a:pt x="116199" y="0"/>
                  <a:pt x="259538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C5E7E37-9B75-4EC9-97DB-3173BE8E9FE8}"/>
              </a:ext>
            </a:extLst>
          </p:cNvPr>
          <p:cNvSpPr/>
          <p:nvPr/>
        </p:nvSpPr>
        <p:spPr>
          <a:xfrm>
            <a:off x="4358450" y="3117852"/>
            <a:ext cx="539750" cy="53975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C3CB91AC-603C-4A9F-8DD3-71F7EDEEA8FD}"/>
              </a:ext>
            </a:extLst>
          </p:cNvPr>
          <p:cNvSpPr/>
          <p:nvPr/>
        </p:nvSpPr>
        <p:spPr>
          <a:xfrm>
            <a:off x="7293790" y="3117852"/>
            <a:ext cx="539750" cy="53975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EBF4EF1-88DE-465F-95E5-33ADAE590002}"/>
              </a:ext>
            </a:extLst>
          </p:cNvPr>
          <p:cNvSpPr/>
          <p:nvPr/>
        </p:nvSpPr>
        <p:spPr>
          <a:xfrm>
            <a:off x="4997678" y="3266337"/>
            <a:ext cx="2215922" cy="2612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0A894DD3-086A-4ECD-B230-6819301C2656}"/>
              </a:ext>
            </a:extLst>
          </p:cNvPr>
          <p:cNvSpPr/>
          <p:nvPr/>
        </p:nvSpPr>
        <p:spPr>
          <a:xfrm>
            <a:off x="5560847" y="3238363"/>
            <a:ext cx="98506" cy="31719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FFE732-6F71-47A2-AFF9-2116EBFC16FE}"/>
              </a:ext>
            </a:extLst>
          </p:cNvPr>
          <p:cNvSpPr txBox="1"/>
          <p:nvPr/>
        </p:nvSpPr>
        <p:spPr>
          <a:xfrm>
            <a:off x="5816535" y="3615293"/>
            <a:ext cx="5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24</a:t>
            </a:r>
            <a:endParaRPr lang="ru-RU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44D599-22F9-431F-9150-C39A10D6914C}"/>
              </a:ext>
            </a:extLst>
          </p:cNvPr>
          <p:cNvSpPr txBox="1"/>
          <p:nvPr/>
        </p:nvSpPr>
        <p:spPr>
          <a:xfrm>
            <a:off x="5055073" y="2748520"/>
            <a:ext cx="208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Item name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472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9042">
        <p159:morph option="byObject"/>
      </p:transition>
    </mc:Choice>
    <mc:Fallback>
      <p:transition spd="slow" advTm="9042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23</Words>
  <Application>Microsoft Office PowerPoint</Application>
  <PresentationFormat>Широкоэкранный</PresentationFormat>
  <Paragraphs>14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Dgardes Gusь</dc:creator>
  <cp:lastModifiedBy>Dgardes Gusь</cp:lastModifiedBy>
  <cp:revision>10</cp:revision>
  <dcterms:created xsi:type="dcterms:W3CDTF">2026-01-19T21:28:44Z</dcterms:created>
  <dcterms:modified xsi:type="dcterms:W3CDTF">2026-10-10T17:51:27Z</dcterms:modified>
</cp:coreProperties>
</file>